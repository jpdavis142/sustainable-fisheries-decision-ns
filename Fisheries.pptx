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1F48EEC-2C5F-4EDC-B00B-308A68D65DB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Fisheries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6B47047-4FAA-4DD6-94E5-CA2321076CB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2026-04-01 4:37:35 p.m. ADT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quaculture vs Capture" id="2" name="slide2">
            <a:extLst>
              <a:ext uri="{FF2B5EF4-FFF2-40B4-BE49-F238E27FC236}">
                <a16:creationId xmlns:a16="http://schemas.microsoft.com/office/drawing/2014/main" id="{805120EF-EB58-44CD-B99D-FAB838F105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29" y="0"/>
            <a:ext cx="10227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lpoyment Fishers v Aquaculture" id="3" name="slide3">
            <a:extLst>
              <a:ext uri="{FF2B5EF4-FFF2-40B4-BE49-F238E27FC236}">
                <a16:creationId xmlns:a16="http://schemas.microsoft.com/office/drawing/2014/main" id="{75990729-9219-42E7-AC69-51F2ECAD7B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33" y="0"/>
            <a:ext cx="10543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 countries have sustainable fisheries" id="4" name="slide4">
            <a:extLst>
              <a:ext uri="{FF2B5EF4-FFF2-40B4-BE49-F238E27FC236}">
                <a16:creationId xmlns:a16="http://schemas.microsoft.com/office/drawing/2014/main" id="{5B760EFD-385A-4E70-A10A-4F95F15EEB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21" y="0"/>
            <a:ext cx="10457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seafood producers 2023" id="5" name="slide5">
            <a:extLst>
              <a:ext uri="{FF2B5EF4-FFF2-40B4-BE49-F238E27FC236}">
                <a16:creationId xmlns:a16="http://schemas.microsoft.com/office/drawing/2014/main" id="{E79D041A-AFC6-4E16-BC42-0B939A55E0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53" y="0"/>
            <a:ext cx="10235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2026-04-01T19:37:37Z</dcterms:created>
  <dcterms:modified xsi:type="dcterms:W3CDTF">2026-04-01T19:37:37Z</dcterms:modified>
</cp:coreProperties>
</file>